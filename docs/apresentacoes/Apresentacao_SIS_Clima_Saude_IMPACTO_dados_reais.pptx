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8A6E"/>
                </a:solidFill>
                <a:latin typeface="Calibri"/>
              </a:rPr>
              <a:t>CIEVS-MT · SES-MT · LEITURA AO VIVO DO PAINEL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SIS Clima-Saúde 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7EBE3"/>
                </a:solidFill>
                <a:latin typeface="Calibri"/>
              </a:rPr>
              <a:t>Números reais · Alertas multinível gerados agora
142 municípios · backend postgresql · 2026-07-28T21:58:35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Alerta estadual agora: 🟣 ROXA — Roxa — mobilização plena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Snapshot ao vivo do painel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resumo_municipal_atual + SISREG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09728" cy="18288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Municípios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142
na base operacional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109728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Tmáx máxima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36.9 °C
média 33.6 °C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88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UTCI máx.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35.4
estresse térmico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188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188720"/>
            <a:ext cx="109728" cy="1828800"/>
          </a:xfrm>
          <a:prstGeom prst="rect">
            <a:avLst/>
          </a:prstGeom>
          <a:solidFill>
            <a:srgbClr val="C4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Ocupação méd.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002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51.3%
IndicaSUS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246120"/>
            <a:ext cx="5669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46120"/>
            <a:ext cx="109728" cy="2743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55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Distribuição operacional (5 cores)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5349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🟢 Verde 0   🟡 Amarela 32
🟠 Laranja 64   🔴 Vermelha 26
🟣 Roxa 20   ⚪ Cinza 0
Alertas gerados nesta rodada: 130 pacotes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4864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246120"/>
            <a:ext cx="109728" cy="27432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5584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Índice de pressão G/A/V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5166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Média 39.0 · máx 54.0
🟢 103  🟡 39  🔴 0
Tendência 7d ↑ 110 · → 23 · ↓ 9
SISREG: 140 mun. · SISREG_LIVE:10.15.1.71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SISREG ao vivo na pressão da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Fonte: SISREG_LIVE:10.15.1.71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Municípios com fila/pendência mapeada: 140/142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Solicitações em aberto (soma estadual): 766.332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Credenciais: SISREG_HOST=10.15.1.71 · DB SES · usuário sisreg_sureg (rede 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1247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09728" cy="3291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10927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Maiores filas / pendências (SISREG live)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109270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Cuiabá: 210.744 abertas · espera méd. 151 dias
Várzea Grande: 129.530 abertas · espera méd. 167 dias
Sinop: 96.272 abertas · espera méd. 163 dias
Sorriso: 50.527 abertas · espera méd. 161 dias
Tangará da Serra: 33.493 abertas · espera méd. 163 dias
Alta Floresta: 26.629 abertas · espera méd. 159 dias
Barra do Garças: 24.085 abertas · espera méd. 168 dias
Primavera do Leste: 12.014 abertas · espera méd. 159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Alerta ① Estadual → SES / CIEVS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🟣 ALERTA ESTADUAL · SES-MT / CIEVS · Roxa — mobilização plena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1338560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🟣  ROXA — MOBILIZAÇÃO PLENA  ·  142 municípios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5577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109728" cy="2194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Motivo / gatilhos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257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SIS estágio roxa; UTCI/proxy 33.4; Risco cumulativo 3d 13.2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577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109728" cy="2194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7568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Predição ~7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257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Horizonte ~7 dias: nível predito predominante Roxa — mobilização plena. Municípios com tendência de piora: 74.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297680"/>
            <a:ext cx="11338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109728" cy="18288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11018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Indicadores do boletim estadual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11018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Municípios no escopo: 142
Distribuição de níveis: laranja:64, amarela:32, vermelha:26, roxa:20
Nível SIS: roxa
Nível integrado SIS+TITAN: roxa
Score operacional: 4
Score alerta integrado: 4
Tmáx (°C): 34.4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Orientações do alerta estadual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Gestor · Profissionais · População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74903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09728" cy="4754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Gestor / 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42899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Comando unificado e apoio interfederativo; redistribuição emergencial de insumos/leitos; comunicação de crise e registro para pós-evento.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74903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109728" cy="4754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98448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Profissionais de 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42899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Protocolos de emergência plena; reforço de equipes; priorização absoluta de risco de vida e notificações imediatas.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109728" cy="47548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984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População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00200"/>
            <a:ext cx="33375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Emergência sanitária climática: siga orientações oficiais da SES/SMS; procure abrigo/resfriamento e atendimento urgente se necessário.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Alerta ④ Vigidesastre Cuiabá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🟣 ALERTA VIGIDESASTRE CUIABÁ · Roxa — mobilização plena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1338560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🟣  Roxa — mobilização plena  ·  IBGE 5103403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11338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109728" cy="1463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1018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Motivo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SIS estágio roxa; INMET laranja: Onda de calor; Cemaden laranja: Risco Hidrológico - Moderado; UTCI/proxy 34.0; Risco cumulativo 3d 10.0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11880"/>
            <a:ext cx="5577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611880"/>
            <a:ext cx="109728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216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Indicadores Cuiabá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257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Nível SIS: roxa
Nível integrado SIS+TITAN: roxa
Score operacional: 4
Score alerta integrado: 4
Tmáx (°C): 35.6
UTCI/proxy: 34.0
Risco acumulado 3d: 10.0
Ocupação leitos (%): 57.9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11880"/>
            <a:ext cx="5577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611880"/>
            <a:ext cx="109728" cy="2468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216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Predição + orientação ao gestor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257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Predição ~7d Cuiabá: Roxa — mobilização plena
Gestor: Comando unificado e apoio interfederativo; redistribuição emergencial de insumos/leitos; comunicação de crise e registro para pós-evento.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Alerta ② Regionais de Saúde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Pior nível por regional (gerado agora)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Alta Floresta (6 mun.) · SIS estágio roxa; UTCI/proxy 33.4; Risco cumulativo 3d 13.2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Barra do Garças (9 mun.) · SIS estágio roxa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Cuiabá (14 mun.) · SIS estágio roxa; INMET laranja: Onda de calor; Cemaden laranja: Risco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Juara (4 mun.) · SIS estágio roxa; UTCI/proxy 32.5; Risco cumulativo 3d 7.4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Peixoto de Azevedo - Guarantã do Norte (4 mun.) · SIS estágio roxa; Risco cumulativo 3d 7.5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Pontes e Lacerda - Comodoro (7 mun.) · SIS estágio roxa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Sinop (12 mun.) · SIS estágio roxa; UTCI/proxy 33.0; Risco cumulativo 3d 10.1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Sorriso (10 mun.) · SIS estágio roxa; UTCI/proxy 33.5; Risco cumulativo 3d 7.6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Tangará da Serra (8 mun.) · SIS estágio roxa; UTCI/proxy 33.8; Risco cumulativo 3d 12.2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🟣 ROXA — Água Boa (8 mun.) · SIS estágio roxa; UTCI/proxy 32.4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Alerta ③ Municípios prioritários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Pacotes ≥ laranja gerados nesta rodada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Barra do Bugres — roxa · SIS estágio roxa; UTCI/proxy 33.8; Risco cumulativo 3d 12.2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Barra do Garças — roxa · SIS estágio roxa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Campinápolis — roxa · SIS estágio roxa; UTCI/proxy 32.4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Campo Novo do Parecis — roxa · SIS estágio roxa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Campo Verde — roxa · SIS estágio roxa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Canarana — roxa · SIS estágio roxa; UTCI/proxy 32.2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Cláudia — roxa · SIS estágio roxa; UTCI/proxy 33.0; Risco cumulativo 3d 10.1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Colíder — roxa · SIS estágio roxa; UTCI/proxy 33.0; Risco cumulativo 3d 11.9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Comodoro — roxa · SIS estágio roxa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Cuiabá — roxa · SIS estágio roxa; INMET laranja: Onda de calor; Cemaden laranja: Risco Hidrológico - Moder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Nova Mutum — roxa · SIS estágio roxa; UTCI/proxy 33.5; Risco cumulativo 3d 7.6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🟣 Nova Ubiratã — roxa · SIS estágio roxa; UTCI/proxy 32.2; Risco cumulativo 3d 7.8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Boletim municipal completo (exemplo)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🟣 ALERTA MUNICIPAL · Barra do Bugres · Roxa — mobilização plena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" cy="1188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5272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Motivo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SIS estágio roxa; UTCI/proxy 33.8; Risco cumulativo 3d 12.2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5669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109728" cy="3566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Indicadores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53492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Nível SIS: roxa
Nível integrado SIS+TITAN: roxa
Score operacional: 4
Score alerta integrado: 4
Tmáx (°C): 34.4
UTCI/proxy: 33.8
Risco acumulado 3d: 12.2
Ocupação leitos (%): 52.2
Pressão assistencial (%): 6.2
Índice saturação solo: 16.4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5577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109728" cy="3566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786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352E"/>
                </a:solidFill>
                <a:latin typeface="Calibri"/>
              </a:rPr>
              <a:t>Predição e orientações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52578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28"/>
                </a:solidFill>
                <a:latin typeface="Calibri"/>
              </a:rPr>
              <a:t>Predição: Predição ~7d: Vermelha — resposta intensificada
Gestor: Comando unificado e apoio interfederativo; redistribuição emergencial de insumos/leitos; comunicação de crise e registro para pós-evento.
Profissional: Protocolos de emergência plena; reforço de equipes; priorização absoluta de risco de vida e notificações imediatas.
População: Emergência sanitária climática: siga orientações oficiais da SES/SMS; procure abrigo/resfriamento e atendimento urgente se necessário.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Municípios com maior score no painel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Ranking real de resumo_municipal_atual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Paranaíta · roxa · score 4 · Tmáx 34.4°C · UTCI 33.4 · risco3d 13.2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Barra do Bugres · roxa · score 4 · Tmáx 34.4°C · UTCI 33.8 · risco3d 12.2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Colíder · roxa · score 4 · Tmáx 34.6°C · UTCI 33.0 · risco3d 11.9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Cláudia · roxa · score 4 · Tmáx 34.5°C · UTCI 33.0 · risco3d 10.1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Cuiabá · roxa · score 4 · Tmáx 35.6°C · UTCI 34.0 · risco3d 10.0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Nova Ubiratã · roxa · score 4 · Tmáx 33.4°C · UTCI 32.2 · risco3d 7.8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Nova Mutum · roxa · score 4 · Tmáx 35.3°C · UTCI 33.5 · risco3d 7.6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Peixoto de Azevedo · roxa · score 4 · Tmáx 32.9°C · UTCI 31.6 · risco3d 7.5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Tabaporã · roxa · score 4 · Tmáx 33.8°C · UTCI 32.5 · risco3d 7.4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Santa Carmem · roxa · score 4 · Tmáx 33.8°C · UTCI 32.3 · risco3d 7.3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Campinápolis · roxa · score 4 · Tmáx 34.2°C · UTCI 32.4 · risco3d 6.6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E28"/>
                </a:solidFill>
                <a:latin typeface="Calibri"/>
              </a:rPr>
              <a:t>• Sapezal · roxa · score 4 · Tmáx 32.8°C · UTCI 32.0 · risco3d 4.9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Onde ver isso no painel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http://localhost:8501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Visão executiva — distribuição de níveis e KPIs estaduais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Mapas — cloropletas municipais (shapefile IBGE)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Assistência — índice de pressão G/A/V + IndicaSUS + SISREG + SINAN + SIM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Alertas — abas ① Estadual · ② Regionais · ③ Municipais · ④ Vigidesastre Cuiabá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Cada boletim: ícone, indicadores, predição 7d, orientações (gestor/profissional/população)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Validar no painel antes de armar SEND_ALERT_ON_LEVEL_CHANGE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Fontes nesta rodada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Clima + assistência + epidemiologia + regulação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Clima: Open-Meteo / TITAN · INMET · Cemaden · ANA · Copernicus/CAMS (quando OK)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Assistência: IndicaSUS (ocupação) · SISREG live (fila/pendências)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Epidemiologia: SINAN · SIVEP · SIM (agravos/óbitos sensíveis ao clima)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Motor de alertas: sisclima/engines/alertas_multinivel.py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Índice de pressão: sisclima/engines/indice_pressao_saude.py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Gerado em 2026-07-28T21:58:35 a partir de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Próximos passos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EBE3"/>
                </a:solidFill>
                <a:latin typeface="Calibri"/>
              </a:rPr>
              <a:t>Do insight ao disparo validado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Rotina de plantão: abrir painel → Assistência → Alertas (4 níveis)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Manter atualizar_sisreg_pressao.py na carga diária (VPN SES)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Completar CSV de contatos estadual/regional/municipal/Cuiabá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Validar boletins na prévia do painel; só então SEND_ALERT=true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Articular gatilhos do SIS aos níveis do Plano de Contingência seca/estiagem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SIS Clima-Saúde MT · CIEVS/SES-MT · dados reais do 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Decidir com o painel aberto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7EBE3"/>
                </a:solidFill>
                <a:latin typeface="Calibri"/>
              </a:rPr>
              <a:t>Agora: alerta estadual 🟣 ROXA
Cuiabá Vigidesastre 🟣 ROXA
130 pacotes prontos para validação.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7BC"/>
                </a:solidFill>
                <a:latin typeface="Calibri"/>
              </a:rPr>
              <a:t>CIEVS-MT · SES-MT ·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